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"/>
    <p:sldId id="27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75"/>
  </p:normalViewPr>
  <p:slideViewPr>
    <p:cSldViewPr snapToGrid="0">
      <p:cViewPr varScale="1">
        <p:scale>
          <a:sx n="111" d="100"/>
          <a:sy n="111" d="100"/>
        </p:scale>
        <p:origin x="8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708B4-B3B9-440F-4F65-A1ECE021D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012618-5DFF-B9EA-D7C9-46BEE74818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17CFC-F165-262E-67AA-EC5494427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9F40-67D4-5747-A53C-FE24F36F166F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50214-B2FD-446C-AB8B-BADF96E9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C8C2A-13BB-9B2D-94AD-102933216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F355-9862-8840-8159-4AC40CE5C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74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A4E7E-C8B6-7440-88A8-6D2C49268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2A93D-19C0-D066-34FA-2633D416E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254C9-E371-E77B-574A-D26847E3D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9F40-67D4-5747-A53C-FE24F36F166F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CDF31-FCC5-CF87-5DAB-D8A1D794B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569A5-9B6D-91AA-9D71-8B4B9EAF8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F355-9862-8840-8159-4AC40CE5C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1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3FD63-E61B-F66A-0AF5-B191D9142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8859FC-F348-E220-E01B-C6D92AF96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A8482-9452-0165-897E-0B1F8F28C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9F40-67D4-5747-A53C-FE24F36F166F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2D468-1A2F-2198-1E5F-5CA80C138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87917-9D2F-C7C3-28E5-8736CBB84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F355-9862-8840-8159-4AC40CE5C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53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2ED1B-1DFC-0E08-FE44-71D15A501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4087A-7CE7-21BE-C557-64F43C51F4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59DEC-706F-3243-B9D0-BA1B949C9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53F69-1626-F33F-F6FB-313724323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9F40-67D4-5747-A53C-FE24F36F166F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BE806-8288-0F3B-5002-EE26CB41C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CF002-AC9B-2CCF-E9DB-49D86B9C1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F355-9862-8840-8159-4AC40CE5C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69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B7B49-928A-4673-E4E5-49D349245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AAF18B-02A4-01FB-5F9B-22AE9887E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841FF-6778-554C-AE83-11C98E030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A06400-1B50-5313-8496-EB7CE0C5B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8E9A92-DA75-E803-ED79-D3E93D56C2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36D055-FBCB-F090-5807-7FEB6DFF9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9F40-67D4-5747-A53C-FE24F36F166F}" type="datetimeFigureOut">
              <a:rPr lang="en-US" smtClean="0"/>
              <a:t>8/1/26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A1501F-E00E-DC6E-4330-61797400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C1BFE8-01B0-F99A-C63A-717E2C044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F355-9862-8840-8159-4AC40CE5C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085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014C3-1573-69C6-6B96-5FF399BE9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437D71-1B5F-7B89-99F3-CE91C4444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9F40-67D4-5747-A53C-FE24F36F166F}" type="datetimeFigureOut">
              <a:rPr lang="en-US" smtClean="0"/>
              <a:t>8/1/26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6F713E-0742-E77A-9840-45FEF5B0E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E93DB-2119-D104-2464-D1E2190C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F355-9862-8840-8159-4AC40CE5C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73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9D51D6-96F8-E98B-5753-D67B69C33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9F40-67D4-5747-A53C-FE24F36F166F}" type="datetimeFigureOut">
              <a:rPr lang="en-US" smtClean="0"/>
              <a:t>8/1/26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07A359-46F0-FB84-47BE-D4D1B2EA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337A7-2558-82BD-DF5F-414AC0BDF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F355-9862-8840-8159-4AC40CE5C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12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8470C-EF14-E876-7081-4C5FF812A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09F07-0C7F-05B3-274C-92C9A2BC5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894401-B874-30F0-2F78-714EB2395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32130-8FFB-24C1-F229-775C13880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9F40-67D4-5747-A53C-FE24F36F166F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2BDBB-76E0-B28C-1493-58A72DAF4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F14D4-06A0-DD28-2499-EC7386A7D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F355-9862-8840-8159-4AC40CE5C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533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C40CB-80B8-4E03-C927-D151F2506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49253E-433C-2609-EAED-361599AE4B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6722AD-CD46-E12F-7F7C-AB8102F4B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E93EE-0E4C-B3E9-2630-F99874D29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9F40-67D4-5747-A53C-FE24F36F166F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F26F1-0790-A414-911E-FE8615246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98B5C-AE1B-79A5-B937-C632CC6B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F355-9862-8840-8159-4AC40CE5C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346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A0927-90AE-6DC2-FBAA-ACBF1C721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8833A4-DCF4-5BB6-4A61-251F975B4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D9359-1E48-259D-23B5-5F74F1A10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9F40-67D4-5747-A53C-FE24F36F166F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F6BA6-6B4E-5A8A-B92D-E5D90210E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1D462-4FD1-4D66-E9AA-08596B1E8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F355-9862-8840-8159-4AC40CE5C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00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B10001-E325-881E-4112-70F8445913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115FB-BD07-4D55-A85E-ECAD232EA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CE278-408B-0B0D-ED64-0122C3B62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69F40-67D4-5747-A53C-FE24F36F166F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DB143-00F1-8BFF-EDC1-28183BB18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8EDB0-C72F-B394-AC31-B3DFD872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F355-9862-8840-8159-4AC40CE5C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19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38D8E3-870A-FFEF-ED80-BDACCD1AB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B9BDB-00D8-CE50-4712-693D9027D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5D805-85B0-59AE-577E-6C546F5A58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369F40-67D4-5747-A53C-FE24F36F166F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4521E-C819-526A-D2E1-2F8C49D8B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4F2B1-EE98-E8A1-4384-1BC01622BB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85F355-9862-8840-8159-4AC40CE5C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366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EF6C427-D2B4-CB48-BE90-19254AEEED1E}"/>
              </a:ext>
            </a:extLst>
          </p:cNvPr>
          <p:cNvSpPr/>
          <p:nvPr/>
        </p:nvSpPr>
        <p:spPr>
          <a:xfrm>
            <a:off x="1753089" y="2448499"/>
            <a:ext cx="1443650" cy="19610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b="1" noProof="0" dirty="0">
                <a:latin typeface="Noto Sans TC" panose="020B0500000000000000" pitchFamily="34" charset="-128"/>
                <a:ea typeface="Noto Sans TC" panose="020B0500000000000000" pitchFamily="34" charset="-128"/>
              </a:rPr>
              <a:t>1. 射門階段</a:t>
            </a:r>
          </a:p>
          <a:p>
            <a:pPr algn="ctr"/>
            <a:r>
              <a:rPr lang="zh-TW" noProof="0" dirty="0">
                <a:latin typeface="Noto Sans TC" panose="020B0500000000000000" pitchFamily="34" charset="-128"/>
                <a:ea typeface="Noto Sans TC" panose="020B0500000000000000" pitchFamily="34" charset="-128"/>
              </a:rPr>
              <a:t>決定射門</a:t>
            </a:r>
          </a:p>
          <a:p>
            <a:pPr algn="ctr"/>
            <a:r>
              <a:rPr lang="zh-TW" noProof="0" dirty="0">
                <a:latin typeface="Noto Sans TC" panose="020B0500000000000000" pitchFamily="34" charset="-128"/>
                <a:ea typeface="Noto Sans TC" panose="020B0500000000000000" pitchFamily="34" charset="-128"/>
              </a:rPr>
              <a:t>與否。射門後本題立刻結束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8A0107-FEA6-19B3-BD08-E8082A726D4A}"/>
              </a:ext>
            </a:extLst>
          </p:cNvPr>
          <p:cNvSpPr/>
          <p:nvPr/>
        </p:nvSpPr>
        <p:spPr>
          <a:xfrm>
            <a:off x="4058329" y="2448499"/>
            <a:ext cx="1443650" cy="19610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b="1" noProof="0" dirty="0">
                <a:latin typeface="Noto Sans TC" panose="020B0500000000000000" pitchFamily="34" charset="-128"/>
                <a:ea typeface="Noto Sans TC" panose="020B0500000000000000" pitchFamily="34" charset="-128"/>
              </a:rPr>
              <a:t>2. 移動階段</a:t>
            </a:r>
          </a:p>
          <a:p>
            <a:pPr algn="ctr"/>
            <a:r>
              <a:rPr lang="zh-TW" noProof="0" dirty="0">
                <a:latin typeface="Noto Sans TC" panose="020B0500000000000000" pitchFamily="34" charset="-128"/>
                <a:ea typeface="Noto Sans TC" panose="020B0500000000000000" pitchFamily="34" charset="-128"/>
              </a:rPr>
              <a:t>球員可在九宮格範圍內移動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657C98-F111-8FC9-768F-CA47ED1E96AB}"/>
              </a:ext>
            </a:extLst>
          </p:cNvPr>
          <p:cNvSpPr/>
          <p:nvPr/>
        </p:nvSpPr>
        <p:spPr>
          <a:xfrm>
            <a:off x="6363569" y="2448499"/>
            <a:ext cx="1443650" cy="19610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b="1" noProof="0" dirty="0">
                <a:latin typeface="Noto Sans TC" panose="020B0500000000000000" pitchFamily="34" charset="-128"/>
                <a:ea typeface="Noto Sans TC" panose="020B0500000000000000" pitchFamily="34" charset="-128"/>
              </a:rPr>
              <a:t>3. 傳球階段</a:t>
            </a:r>
          </a:p>
          <a:p>
            <a:pPr algn="ctr"/>
            <a:r>
              <a:rPr lang="zh-TW" noProof="0" dirty="0">
                <a:latin typeface="Noto Sans TC" panose="020B0500000000000000" pitchFamily="34" charset="-128"/>
                <a:ea typeface="Noto Sans TC" panose="020B0500000000000000" pitchFamily="34" charset="-128"/>
              </a:rPr>
              <a:t>持球者</a:t>
            </a:r>
          </a:p>
          <a:p>
            <a:pPr algn="ctr"/>
            <a:r>
              <a:rPr lang="zh-TW" noProof="0" dirty="0">
                <a:latin typeface="Noto Sans TC" panose="020B0500000000000000" pitchFamily="34" charset="-128"/>
                <a:ea typeface="Noto Sans TC" panose="020B0500000000000000" pitchFamily="34" charset="-128"/>
              </a:rPr>
              <a:t>可傳球一次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3B652D-2009-6D29-F026-28B80155D7D8}"/>
              </a:ext>
            </a:extLst>
          </p:cNvPr>
          <p:cNvSpPr/>
          <p:nvPr/>
        </p:nvSpPr>
        <p:spPr>
          <a:xfrm>
            <a:off x="8668809" y="2448499"/>
            <a:ext cx="1443650" cy="19610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b="1" noProof="0" dirty="0">
                <a:latin typeface="Noto Sans TC" panose="020B0500000000000000" pitchFamily="34" charset="-128"/>
                <a:ea typeface="Noto Sans TC" panose="020B0500000000000000" pitchFamily="34" charset="-128"/>
              </a:rPr>
              <a:t>4. 移防守者</a:t>
            </a:r>
          </a:p>
          <a:p>
            <a:pPr algn="ctr"/>
            <a:r>
              <a:rPr lang="zh-TW" noProof="0" dirty="0">
                <a:latin typeface="Noto Sans TC" panose="020B0500000000000000" pitchFamily="34" charset="-128"/>
                <a:ea typeface="Noto Sans TC" panose="020B0500000000000000" pitchFamily="34" charset="-128"/>
              </a:rPr>
              <a:t>根據球員位置移防守者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EC20ED-2831-7BF6-1951-440422B2F23F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196739" y="3429000"/>
            <a:ext cx="86159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EEF719-5C9C-A4BF-2E24-8BD17D11D269}"/>
              </a:ext>
            </a:extLst>
          </p:cNvPr>
          <p:cNvCxnSpPr/>
          <p:nvPr/>
        </p:nvCxnSpPr>
        <p:spPr>
          <a:xfrm>
            <a:off x="5501979" y="3429000"/>
            <a:ext cx="86159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B38637-D93B-FD25-E801-41BC274870DB}"/>
              </a:ext>
            </a:extLst>
          </p:cNvPr>
          <p:cNvCxnSpPr/>
          <p:nvPr/>
        </p:nvCxnSpPr>
        <p:spPr>
          <a:xfrm>
            <a:off x="7807219" y="3429000"/>
            <a:ext cx="86159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F65B5279-07F1-A9A2-98C4-7FA5F1FB67B6}"/>
              </a:ext>
            </a:extLst>
          </p:cNvPr>
          <p:cNvCxnSpPr>
            <a:stCxn id="6" idx="2"/>
            <a:endCxn id="3" idx="2"/>
          </p:cNvCxnSpPr>
          <p:nvPr/>
        </p:nvCxnSpPr>
        <p:spPr>
          <a:xfrm rot="5400000">
            <a:off x="5932774" y="951641"/>
            <a:ext cx="12700" cy="6915720"/>
          </a:xfrm>
          <a:prstGeom prst="bentConnector3">
            <a:avLst>
              <a:gd name="adj1" fmla="val 6657835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126ECC6-B52B-C412-04E8-E7084BEA0B15}"/>
              </a:ext>
            </a:extLst>
          </p:cNvPr>
          <p:cNvSpPr txBox="1"/>
          <p:nvPr/>
        </p:nvSpPr>
        <p:spPr>
          <a:xfrm>
            <a:off x="2463373" y="1507384"/>
            <a:ext cx="45912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noProof="0" dirty="0">
                <a:latin typeface="Noto Sans TC" panose="020B0500000000000000" pitchFamily="34" charset="-128"/>
                <a:ea typeface="Noto Sans TC" panose="020B0500000000000000" pitchFamily="34" charset="-128"/>
              </a:rPr>
              <a:t>正式行動前需告知關主</a:t>
            </a:r>
            <a:r>
              <a:rPr lang="zh-TW" altLang="en-US" noProof="0" dirty="0">
                <a:latin typeface="Noto Sans TC" panose="020B0500000000000000" pitchFamily="34" charset="-128"/>
                <a:ea typeface="Noto Sans TC" panose="020B0500000000000000" pitchFamily="34" charset="-128"/>
              </a:rPr>
              <a:t>，吹哨後才可進行</a:t>
            </a:r>
            <a:endParaRPr lang="zh-TW" noProof="0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  <a:p>
            <a:pPr algn="ctr"/>
            <a:r>
              <a:rPr lang="zh-TW" noProof="0" dirty="0">
                <a:latin typeface="Noto Sans TC" panose="020B0500000000000000" pitchFamily="34" charset="-128"/>
                <a:ea typeface="Noto Sans TC" panose="020B0500000000000000" pitchFamily="34" charset="-128"/>
              </a:rPr>
              <a:t>在此之前可自由進行練習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CE85F0-CEFD-9A0B-3D08-8CB8C2C225F3}"/>
              </a:ext>
            </a:extLst>
          </p:cNvPr>
          <p:cNvSpPr txBox="1"/>
          <p:nvPr/>
        </p:nvSpPr>
        <p:spPr>
          <a:xfrm>
            <a:off x="3798515" y="4869471"/>
            <a:ext cx="4264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noProof="0" dirty="0">
                <a:latin typeface="Noto Sans TC" panose="020B0500000000000000" pitchFamily="34" charset="-128"/>
                <a:ea typeface="Noto Sans TC" panose="020B0500000000000000" pitchFamily="34" charset="-128"/>
              </a:rPr>
              <a:t>關主檢查通過後始得進行下一回合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7B3BACA-0A54-170C-0446-FC4473223B5A}"/>
              </a:ext>
            </a:extLst>
          </p:cNvPr>
          <p:cNvSpPr/>
          <p:nvPr/>
        </p:nvSpPr>
        <p:spPr>
          <a:xfrm>
            <a:off x="1454694" y="2292613"/>
            <a:ext cx="6608591" cy="2299063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noProof="0" dirty="0"/>
          </a:p>
        </p:txBody>
      </p:sp>
    </p:spTree>
    <p:extLst>
      <p:ext uri="{BB962C8B-B14F-4D97-AF65-F5344CB8AC3E}">
        <p14:creationId xmlns:p14="http://schemas.microsoft.com/office/powerpoint/2010/main" val="1916410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98C83-C991-0845-837D-C39A055E9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CA59A9-17EF-F7FB-C476-AD15E8A5E369}"/>
              </a:ext>
            </a:extLst>
          </p:cNvPr>
          <p:cNvSpPr/>
          <p:nvPr/>
        </p:nvSpPr>
        <p:spPr>
          <a:xfrm>
            <a:off x="718917" y="1257936"/>
            <a:ext cx="3289881" cy="2041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b="1" u="sng" dirty="0">
                <a:latin typeface="Noto Sans TC" panose="020B0500000000000000" pitchFamily="34" charset="-128"/>
                <a:ea typeface="Noto Sans TC" panose="020B0500000000000000" pitchFamily="34" charset="-128"/>
              </a:rPr>
              <a:t>戰術復刻</a:t>
            </a:r>
            <a:endParaRPr kumimoji="1" lang="en-US" altLang="zh-TW" b="1" u="sng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  <a:p>
            <a:pPr algn="ctr"/>
            <a:r>
              <a:rPr kumimoji="1"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將戰術跑位畫在戰術板上，</a:t>
            </a:r>
            <a:endParaRPr kumimoji="1" lang="en-US" altLang="zh-TW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  <a:p>
            <a:pPr algn="ctr"/>
            <a:r>
              <a:rPr kumimoji="1"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並在足球場上復刻。</a:t>
            </a:r>
            <a:endParaRPr kumimoji="1" lang="en-US" altLang="zh-TW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  <a:p>
            <a:pPr algn="ctr"/>
            <a:r>
              <a:rPr kumimoji="1"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最後五分鐘可進行評分。</a:t>
            </a:r>
            <a:endParaRPr kumimoji="1" lang="en-US" altLang="zh-TW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  <a:p>
            <a:pPr algn="ctr"/>
            <a:r>
              <a:rPr kumimoji="1"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（專長：足球、團隊配合）</a:t>
            </a:r>
            <a:endParaRPr kumimoji="1" lang="en-US" altLang="zh-TW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  <a:p>
            <a:pPr algn="ctr"/>
            <a:r>
              <a:rPr kumimoji="1"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（評分時上場人數：</a:t>
            </a:r>
            <a:r>
              <a:rPr kumimoji="1" lang="en-US" altLang="zh-TW" dirty="0">
                <a:latin typeface="Noto Sans TC" panose="020B0500000000000000" pitchFamily="34" charset="-128"/>
                <a:ea typeface="Noto Sans TC" panose="020B0500000000000000" pitchFamily="34" charset="-128"/>
              </a:rPr>
              <a:t>3~4</a:t>
            </a:r>
            <a:r>
              <a:rPr kumimoji="1"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人）</a:t>
            </a:r>
            <a:endParaRPr kumimoji="1" lang="en-US" altLang="zh-TW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DB85D1-9AB4-DE28-AE52-42C982DAF119}"/>
              </a:ext>
            </a:extLst>
          </p:cNvPr>
          <p:cNvSpPr/>
          <p:nvPr/>
        </p:nvSpPr>
        <p:spPr>
          <a:xfrm>
            <a:off x="7618748" y="1096110"/>
            <a:ext cx="4144326" cy="23328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b="1" u="sng" dirty="0">
                <a:latin typeface="Noto Sans TC" panose="020B0500000000000000" pitchFamily="34" charset="-128"/>
                <a:ea typeface="Noto Sans TC" panose="020B0500000000000000" pitchFamily="34" charset="-128"/>
              </a:rPr>
              <a:t>解防守題</a:t>
            </a:r>
            <a:endParaRPr kumimoji="1" lang="en-US" altLang="zh-TW" b="1" u="sng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  <a:p>
            <a:pPr algn="ctr"/>
            <a:r>
              <a:rPr kumimoji="1"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在足球場進行以射門得分為目標的回合制遊戲。共五題防守題。</a:t>
            </a:r>
            <a:endParaRPr kumimoji="1" lang="en-US" altLang="zh-TW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  <a:p>
            <a:pPr algn="ctr"/>
            <a:r>
              <a:rPr kumimoji="1"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（專長：足球、團隊配合）</a:t>
            </a:r>
            <a:endParaRPr kumimoji="1" lang="en-US" altLang="zh-TW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  <a:p>
            <a:pPr algn="ctr"/>
            <a:r>
              <a:rPr kumimoji="1"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（上場人數：</a:t>
            </a:r>
            <a:r>
              <a:rPr kumimoji="1" lang="en-US" altLang="zh-TW" dirty="0">
                <a:latin typeface="Noto Sans TC" panose="020B0500000000000000" pitchFamily="34" charset="-128"/>
                <a:ea typeface="Noto Sans TC" panose="020B0500000000000000" pitchFamily="34" charset="-128"/>
              </a:rPr>
              <a:t>4</a:t>
            </a:r>
            <a:r>
              <a:rPr kumimoji="1"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人）</a:t>
            </a:r>
            <a:endParaRPr kumimoji="1" lang="en-US" altLang="zh-TW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5453FD-D14D-736B-EA7F-4F50956BE6BB}"/>
              </a:ext>
            </a:extLst>
          </p:cNvPr>
          <p:cNvSpPr/>
          <p:nvPr/>
        </p:nvSpPr>
        <p:spPr>
          <a:xfrm>
            <a:off x="718917" y="4784520"/>
            <a:ext cx="2529044" cy="1364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b="1" u="sng" dirty="0">
                <a:latin typeface="Noto Sans TC" panose="020B0500000000000000" pitchFamily="34" charset="-128"/>
                <a:ea typeface="Noto Sans TC" panose="020B0500000000000000" pitchFamily="34" charset="-128"/>
              </a:rPr>
              <a:t>戰術研判</a:t>
            </a:r>
            <a:endParaRPr kumimoji="1" lang="en-US" altLang="zh-TW" b="1" u="sng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  <a:p>
            <a:pPr algn="ctr"/>
            <a:r>
              <a:rPr kumimoji="1"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在教練區解文本題組，</a:t>
            </a:r>
            <a:endParaRPr kumimoji="1" lang="en-US" altLang="zh-TW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  <a:p>
            <a:pPr algn="ctr"/>
            <a:r>
              <a:rPr kumimoji="1"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獲得足球點數。</a:t>
            </a:r>
            <a:endParaRPr kumimoji="1" lang="en-US" altLang="zh-TW" b="1" u="sng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  <a:p>
            <a:pPr algn="ctr"/>
            <a:r>
              <a:rPr kumimoji="1"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（專長：物理、數學）</a:t>
            </a:r>
            <a:endParaRPr kumimoji="1" lang="en-US" altLang="zh-TW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6FAD45-0F5B-C643-9591-274E31BD0C8B}"/>
              </a:ext>
            </a:extLst>
          </p:cNvPr>
          <p:cNvCxnSpPr>
            <a:cxnSpLocks/>
          </p:cNvCxnSpPr>
          <p:nvPr/>
        </p:nvCxnSpPr>
        <p:spPr>
          <a:xfrm>
            <a:off x="4314816" y="1248428"/>
            <a:ext cx="0" cy="5134709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73B7A32-8FB0-C913-3EA8-B7E6EE406D88}"/>
              </a:ext>
            </a:extLst>
          </p:cNvPr>
          <p:cNvSpPr txBox="1"/>
          <p:nvPr/>
        </p:nvSpPr>
        <p:spPr>
          <a:xfrm>
            <a:off x="1724665" y="340168"/>
            <a:ext cx="1278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上半場（</a:t>
            </a:r>
            <a:r>
              <a:rPr kumimoji="1" lang="en-US" altLang="zh-TW" dirty="0">
                <a:latin typeface="Noto Sans TC" panose="020B0500000000000000" pitchFamily="34" charset="-128"/>
                <a:ea typeface="Noto Sans TC" panose="020B0500000000000000" pitchFamily="34" charset="-128"/>
              </a:rPr>
              <a:t>30 mins</a:t>
            </a:r>
            <a:r>
              <a:rPr kumimoji="1"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）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926AC4-DA2F-64D1-9274-59629822FE66}"/>
              </a:ext>
            </a:extLst>
          </p:cNvPr>
          <p:cNvSpPr txBox="1"/>
          <p:nvPr/>
        </p:nvSpPr>
        <p:spPr>
          <a:xfrm>
            <a:off x="9051719" y="340168"/>
            <a:ext cx="1278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下半場</a:t>
            </a:r>
            <a:endParaRPr kumimoji="1" lang="en-US" altLang="zh-TW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  <a:p>
            <a:pPr algn="ctr"/>
            <a:r>
              <a:rPr kumimoji="1"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（</a:t>
            </a:r>
            <a:r>
              <a:rPr kumimoji="1" lang="en-US" altLang="zh-TW" dirty="0">
                <a:latin typeface="Noto Sans TC" panose="020B0500000000000000" pitchFamily="34" charset="-128"/>
                <a:ea typeface="Noto Sans TC" panose="020B0500000000000000" pitchFamily="34" charset="-128"/>
              </a:rPr>
              <a:t>40 mins</a:t>
            </a:r>
            <a:r>
              <a:rPr kumimoji="1"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）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D773ED1-5AE3-D0DB-FB0E-6E49D40BB2D7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4008798" y="2262555"/>
            <a:ext cx="3609950" cy="1608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276C0FAC-351D-DA3F-21DF-3A95E4121ABE}"/>
              </a:ext>
            </a:extLst>
          </p:cNvPr>
          <p:cNvSpPr/>
          <p:nvPr/>
        </p:nvSpPr>
        <p:spPr>
          <a:xfrm>
            <a:off x="4513092" y="3881055"/>
            <a:ext cx="2648168" cy="1282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b="1" u="sng" dirty="0">
                <a:latin typeface="Noto Sans TC" panose="020B0500000000000000" pitchFamily="34" charset="-128"/>
                <a:ea typeface="Noto Sans TC" panose="020B0500000000000000" pitchFamily="34" charset="-128"/>
              </a:rPr>
              <a:t>戰術升級</a:t>
            </a:r>
            <a:endParaRPr kumimoji="1" lang="en-US" altLang="zh-TW" b="1" u="sng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  <a:p>
            <a:pPr algn="ctr"/>
            <a:r>
              <a:rPr kumimoji="1"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若上半場有解出解防守題的相對論規則，可進行戰術升級。</a:t>
            </a:r>
            <a:endParaRPr kumimoji="1" lang="en-US" altLang="zh-TW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4527521-83D7-8536-8298-14C159F42432}"/>
              </a:ext>
            </a:extLst>
          </p:cNvPr>
          <p:cNvCxnSpPr>
            <a:cxnSpLocks/>
            <a:stCxn id="4" idx="3"/>
            <a:endCxn id="27" idx="1"/>
          </p:cNvCxnSpPr>
          <p:nvPr/>
        </p:nvCxnSpPr>
        <p:spPr>
          <a:xfrm flipV="1">
            <a:off x="3247961" y="4522180"/>
            <a:ext cx="1265131" cy="94450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08D87AF1-F419-DC1C-7B10-B4F07927D3F5}"/>
              </a:ext>
            </a:extLst>
          </p:cNvPr>
          <p:cNvSpPr/>
          <p:nvPr/>
        </p:nvSpPr>
        <p:spPr>
          <a:xfrm>
            <a:off x="8426391" y="4784519"/>
            <a:ext cx="2529041" cy="1364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b="1" u="sng" dirty="0">
                <a:latin typeface="Noto Sans TC" panose="020B0500000000000000" pitchFamily="34" charset="-128"/>
                <a:ea typeface="Noto Sans TC" panose="020B0500000000000000" pitchFamily="34" charset="-128"/>
              </a:rPr>
              <a:t>購買卡牌</a:t>
            </a:r>
            <a:endParaRPr kumimoji="1" lang="en-US" altLang="zh-TW" b="1" u="sng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  <a:p>
            <a:pPr algn="ctr"/>
            <a:r>
              <a:rPr kumimoji="1"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花費足球點數，購買迴轉牌或回復牌，解防守題時可用。</a:t>
            </a:r>
            <a:endParaRPr kumimoji="1" lang="en-US" altLang="zh-TW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B26531C-C88F-2771-7F3F-B02AFCEB4EE5}"/>
              </a:ext>
            </a:extLst>
          </p:cNvPr>
          <p:cNvCxnSpPr>
            <a:cxnSpLocks/>
            <a:stCxn id="4" idx="3"/>
            <a:endCxn id="41" idx="1"/>
          </p:cNvCxnSpPr>
          <p:nvPr/>
        </p:nvCxnSpPr>
        <p:spPr>
          <a:xfrm>
            <a:off x="3247961" y="5466685"/>
            <a:ext cx="517843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63CE3CC0-C5B2-E92A-9E61-C84892AF5A8F}"/>
              </a:ext>
            </a:extLst>
          </p:cNvPr>
          <p:cNvCxnSpPr>
            <a:cxnSpLocks/>
            <a:stCxn id="27" idx="3"/>
            <a:endCxn id="3" idx="2"/>
          </p:cNvCxnSpPr>
          <p:nvPr/>
        </p:nvCxnSpPr>
        <p:spPr>
          <a:xfrm flipV="1">
            <a:off x="7161260" y="3429000"/>
            <a:ext cx="2529651" cy="1093180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AA72DF5A-90DB-AECA-438E-B2F539552324}"/>
              </a:ext>
            </a:extLst>
          </p:cNvPr>
          <p:cNvCxnSpPr>
            <a:stCxn id="41" idx="0"/>
            <a:endCxn id="3" idx="2"/>
          </p:cNvCxnSpPr>
          <p:nvPr/>
        </p:nvCxnSpPr>
        <p:spPr>
          <a:xfrm rot="16200000" flipV="1">
            <a:off x="9013153" y="4106759"/>
            <a:ext cx="1355519" cy="1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82B774C0-9D2B-4667-446C-1F6004E8C679}"/>
              </a:ext>
            </a:extLst>
          </p:cNvPr>
          <p:cNvSpPr txBox="1"/>
          <p:nvPr/>
        </p:nvSpPr>
        <p:spPr>
          <a:xfrm>
            <a:off x="5174581" y="336974"/>
            <a:ext cx="1278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中場休息</a:t>
            </a:r>
            <a:endParaRPr kumimoji="1" lang="en-US" altLang="zh-TW" dirty="0">
              <a:latin typeface="Noto Sans TC" panose="020B0500000000000000" pitchFamily="34" charset="-128"/>
              <a:ea typeface="Noto Sans TC" panose="020B0500000000000000" pitchFamily="34" charset="-128"/>
            </a:endParaRPr>
          </a:p>
          <a:p>
            <a:pPr algn="ctr"/>
            <a:r>
              <a:rPr kumimoji="1"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（</a:t>
            </a:r>
            <a:r>
              <a:rPr kumimoji="1" lang="en-US" altLang="zh-TW" dirty="0">
                <a:latin typeface="Noto Sans TC" panose="020B0500000000000000" pitchFamily="34" charset="-128"/>
                <a:ea typeface="Noto Sans TC" panose="020B0500000000000000" pitchFamily="34" charset="-128"/>
              </a:rPr>
              <a:t>5 mins</a:t>
            </a:r>
            <a:r>
              <a:rPr kumimoji="1" lang="zh-TW" altLang="en-US" dirty="0">
                <a:latin typeface="Noto Sans TC" panose="020B0500000000000000" pitchFamily="34" charset="-128"/>
                <a:ea typeface="Noto Sans TC" panose="020B0500000000000000" pitchFamily="34" charset="-128"/>
              </a:rPr>
              <a:t>）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FBDE516-0147-697B-C7EF-506D9D90B809}"/>
              </a:ext>
            </a:extLst>
          </p:cNvPr>
          <p:cNvCxnSpPr>
            <a:cxnSpLocks/>
          </p:cNvCxnSpPr>
          <p:nvPr/>
        </p:nvCxnSpPr>
        <p:spPr>
          <a:xfrm>
            <a:off x="7312016" y="1248427"/>
            <a:ext cx="0" cy="5134709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663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</Words>
  <Application>Microsoft Macintosh PowerPoint</Application>
  <PresentationFormat>Widescreen</PresentationFormat>
  <Paragraphs>36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Noto Sans TC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Stanley Chen</dc:creator>
  <cp:lastModifiedBy>Stanley Chen</cp:lastModifiedBy>
  <cp:revision>1</cp:revision>
  <dcterms:created xsi:type="dcterms:W3CDTF">2026-08-01T13:50:30Z</dcterms:created>
  <dcterms:modified xsi:type="dcterms:W3CDTF">2026-08-01T13:50:54Z</dcterms:modified>
</cp:coreProperties>
</file>